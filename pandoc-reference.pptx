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GitGuardian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title slide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Section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section header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and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Point 1</a:t>
            </a:r>
          </a:p>
          <a:p>
            <a:pPr lvl="0"/>
            <a:r>
              <a:rPr/>
              <a:t>Point 2</a:t>
            </a:r>
          </a:p>
          <a:p>
            <a:pPr lvl="0"/>
            <a:r>
              <a:rPr/>
              <a:t>Point 3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Left content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Right content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Content without title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Presentation</dc:title>
  <dc:creator>GitGuardian</dc:creator>
  <cp:keywords/>
  <dcterms:created xsi:type="dcterms:W3CDTF">2026-02-18T15:00:02Z</dcterms:created>
  <dcterms:modified xsi:type="dcterms:W3CDTF">2026-02-18T15:00:02Z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